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MADRAS  ·  ASHOK LEYLAND INTERNSHIP  · 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DFMEA</a:t>
            </a:r>
            <a:endParaRPr lang="en-US" sz="4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65760" y="30632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Failure Mode &amp; Effects Analysis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Large Language Models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914400"/>
            <a:ext cx="2377440" cy="3291840"/>
          </a:xfrm>
          <a:prstGeom prst="rect">
            <a:avLst/>
          </a:prstGeom>
          <a:solidFill>
            <a:srgbClr val="1A3566"/>
          </a:solidFill>
          <a:ln w="12700">
            <a:solidFill>
              <a:srgbClr val="1A35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0840" y="10515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Elements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720840" y="13441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B-Diagram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20840" y="16367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IFMEA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20840" y="19293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Functions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720840" y="22219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P-Diagram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20840" y="2514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Connections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20840" y="2807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Failure Modes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20840" y="3099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Causes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20840" y="339242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Risk Rating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20840" y="3685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Review &amp; Export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Revanth  |  Engineering Design  |  ED22B063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0584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097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48132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manual DFMEA is a bottleneck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0312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1031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DFMEA?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871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Standards, structure, and challenges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1752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108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108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Architecture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49300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design overview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0233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2336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1148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41148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10-Step Wizard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498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generation workflow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00600" y="1005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00600" y="100584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1097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49240" y="1097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Integration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148132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failure analysis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00600" y="20116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0600" y="201168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210312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49240" y="21031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at Each Step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37760" y="24871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prompting strategy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00600" y="301752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0600" y="301752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0" y="3108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49240" y="3108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Cases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37760" y="349300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existing DFMEAs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800600" y="40233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00600" y="402336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41148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49240" y="41148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937760" y="4498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and quality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problem matter?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Time-Intensive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508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automotive DFMEA for one sub-system takes 2–4 weeks of engineer time with manual analysis of every failure mode.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237744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Expert-Dependent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depends heavily on individual knowledge. Different engineers produce inconsistent DFMEAs for the same component.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361188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Burden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9776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design changes occur, the entire DFMEA must be reviewed and updated — a process that often gets skipped under schedule pressure.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26280" y="1143000"/>
            <a:ext cx="4206240" cy="3520440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09160" y="17556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 reason about engineering systems — reading function statements, understanding failure mechanisms, and applying AIAG-VDA methodology.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2670048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 faster DFMEA generation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3054096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017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methodology every time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3438144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3401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update when design changes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822192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→ causes automatically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4206240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generated from B-diagram connections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DFMEA?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Failure Mode &amp; Effects Analysis  ·  AIAG-VDA 2019 Standard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377440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wrong?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34640" y="1737360"/>
            <a:ext cx="457200" cy="0"/>
          </a:xfrm>
          <a:prstGeom prst="line">
            <a:avLst/>
          </a:prstGeom>
          <a:noFill/>
          <a:ln w="25400">
            <a:solidFill>
              <a:srgbClr val="0F20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1234440"/>
            <a:ext cx="2377440" cy="100584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298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0" y="1737360"/>
            <a:ext cx="457200" cy="0"/>
          </a:xfrm>
          <a:prstGeom prst="line">
            <a:avLst/>
          </a:prstGeom>
          <a:noFill/>
          <a:ln w="25400">
            <a:solidFill>
              <a:srgbClr val="0F20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377440" cy="10058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98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514600"/>
            <a:ext cx="8321040" cy="100584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Severity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bad is the effect?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(no effect) → 10 (hazardous)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14600" y="2633472"/>
            <a:ext cx="0" cy="82296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— Occurrence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65176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does cause happen?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(unlikely) → 10 (certain)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17720" y="2633472"/>
            <a:ext cx="0" cy="82296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Detection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detect before customer?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(certain) → 10 (impossible)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20840" y="2633472"/>
            <a:ext cx="0" cy="82296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RPN = S × O × 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5800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Priority Number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= more critical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703320"/>
            <a:ext cx="8321040" cy="1143000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8221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" y="41605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DFMEA for an axle system produces 300+ rows, each requiring engineering knowledge about failure mechanisms, noise factors, effects, and quantitative risk ratings — all today done manually.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" y="3822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automates this entire chain.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27432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1463040"/>
            <a:ext cx="274320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Tailwind CSS  ·  shadcn/ui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965960"/>
            <a:ext cx="2743200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0848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029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10-step wizard UI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B-Diagram SVG (drag &amp; connect)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Matrix (P/E/I/M, −2 to +2)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51129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34564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RPN calculation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 export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7560" y="960120"/>
            <a:ext cx="2743200" cy="50292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3756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337560" y="1463040"/>
            <a:ext cx="274320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·  Python  ·  9 specialised routers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37560" y="1965960"/>
            <a:ext cx="2743200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74720" y="208483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85032" y="2029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generation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74720" y="2560320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85032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generation (per noise factor)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74720" y="3035808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85032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&amp; severity rating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0" y="3511296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85032" y="34564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interface causes &amp; effects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74720" y="3986784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85032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Similarity-based connection suggest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960120"/>
            <a:ext cx="274320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364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63640" y="1463040"/>
            <a:ext cx="274320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636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 ·  Claude Sonnet  ·  ap-south-1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1965960"/>
            <a:ext cx="2743200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0" y="2084832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11112" y="2029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prompts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0" y="2560320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11112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AIAG-VDA rubric injected into each prompt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3035808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11112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per (mode × noise × element)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0" y="3511296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11112" y="34564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S/O/D assignment endpoint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0" y="3986784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11112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DFMEA xlsx parser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172968" y="292608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99048" y="292608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10-Step Generation Wizard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guided by AI — the engineer reviews, edits, and approves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170432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70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78408" y="1152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1399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lower, focus &amp; higher-level elements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" y="1609344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11480" y="1956816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78408" y="19385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B-Diagram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8408" y="21854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connections (P/E/I/M) between elements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2395728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11480" y="2743200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78408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78408" y="2971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failure analysis from connections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" y="3182112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11480" y="3529584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351129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8408" y="37581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functions per element (auto-seeded)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" y="3968496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11480" y="4315968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4315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8408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P-Diagram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8408" y="4544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driving all cause generation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00600" y="1170432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170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67528" y="1152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67528" y="1399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lower→focus→higher functions (AI-suggested)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10912" y="1609344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00600" y="1956816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367528" y="19385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67528" y="21854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modes per focus function (LLM)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10912" y="2395728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00600" y="2743200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67528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Causes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67528" y="2971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× lower fn × noise factor → 1 cause each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10912" y="3182112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00600" y="3529584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67528" y="351129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367528" y="37581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&amp; D ratings — manual or Auto-assign (LLM)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10912" y="3968496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800600" y="4315968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4315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367528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Export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367528" y="4544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edit, severity input, CSV/XLSX export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Cause Generation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per (Failure Mode × Lower Function × Noise Factor) combination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Step 6)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26080" y="1554480"/>
            <a:ext cx="640080" cy="0"/>
          </a:xfrm>
          <a:prstGeom prst="line">
            <a:avLst/>
          </a:prstGeom>
          <a:noFill/>
          <a:ln w="19050">
            <a:solidFill>
              <a:srgbClr val="1A56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94560"/>
            <a:ext cx="256032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240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Function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Step 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560320"/>
            <a:ext cx="640080" cy="0"/>
          </a:xfrm>
          <a:prstGeom prst="line">
            <a:avLst/>
          </a:prstGeom>
          <a:noFill/>
          <a:ln w="19050">
            <a:solidFill>
              <a:srgbClr val="1A56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200400"/>
            <a:ext cx="256032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2461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P-Diagram)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640080" cy="0"/>
          </a:xfrm>
          <a:prstGeom prst="line">
            <a:avLst/>
          </a:prstGeom>
          <a:noFill/>
          <a:ln w="19050">
            <a:solidFill>
              <a:srgbClr val="1A56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417320"/>
            <a:ext cx="2377440" cy="1691640"/>
          </a:xfrm>
          <a:prstGeom prst="rect">
            <a:avLst/>
          </a:prstGeom>
          <a:solidFill>
            <a:srgbClr val="0F2044"/>
          </a:solidFill>
          <a:ln w="19050">
            <a:solidFill>
              <a:srgbClr val="1A5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66160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ap-south-1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6616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AIAG-VDA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rubric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0" y="2240280"/>
            <a:ext cx="640080" cy="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1828800"/>
            <a:ext cx="2148840" cy="822960"/>
          </a:xfrm>
          <a:prstGeom prst="rect">
            <a:avLst/>
          </a:prstGeom>
          <a:solidFill>
            <a:srgbClr val="F0FDF4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1874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cause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520440"/>
            <a:ext cx="8366760" cy="1325880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8587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"Axle system does not maintain suspension geometry"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1148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fn: "Resist deformation under load" (Suspension Link Assembly)  ·  Noise: "Customer Usage: Overloading 150%"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370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Cause: "Suspension link assemblies break due to operating with overloading (150%), exceeding design yield strength"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— Interface Failure Mode &amp; Effects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failures IN the connection between elements — not inside either element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3931920" cy="45720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39319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76072" y="167335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62763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of focus element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" y="208483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0391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in lower element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" y="249631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4505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on higher element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" y="290779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86207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→ causes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" y="331927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27355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S, O, D, RPN per cause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1097280"/>
            <a:ext cx="393192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17720" y="1554480"/>
            <a:ext cx="39319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82312" y="167335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1768" y="162763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failure modes (reused)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82312" y="20848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01768" y="20391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IN the interface itself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82312" y="249631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01768" y="24505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on higher-level function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82312" y="290779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01768" y="286207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→ interface causes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82312" y="331927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01768" y="327355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effect (S, O, D, RPN)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11480" y="4041648"/>
            <a:ext cx="8321040" cy="896112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114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Phases: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4360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Interface Matrix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 to +2 per type)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14600" y="4599432"/>
            <a:ext cx="10972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24328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24328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Set Up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(nominal transfer + modes)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44568" y="4599432"/>
            <a:ext cx="10972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54296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4296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Causes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(noise × interface mech)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74536" y="4599432"/>
            <a:ext cx="10972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84264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84264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Rate &amp; 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(O, D → RPN)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Cases — Reusing Existing DFMEAs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xlsx parser supports AIAG-VDA 2019 and legacy Ford/GM formats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84048" y="1097280"/>
            <a:ext cx="2743200" cy="4389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11338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New Design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84048" y="15544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3776" y="18470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— blank slate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84048" y="3063240"/>
            <a:ext cx="2743200" cy="160020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30906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" y="33558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Define all elements &amp; functions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3776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Draw B-Diagram connections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" y="39959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Enter noise factors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3776" y="43159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Generate everything from scratch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28416" y="1097280"/>
            <a:ext cx="2743200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28416" y="11338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New Use Case / Environment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328416" y="15544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38144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38144" y="18470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Element names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38144" y="21671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functions (lower/focus/higher)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38144" y="24871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Old noise factors shown for reference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063240"/>
            <a:ext cx="2743200" cy="160020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38144" y="30906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38144" y="33558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Enter new noise factors in P-Diagram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38144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Draw B-Diagram connections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38144" y="39959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Regenerate causes for new conditions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72784" y="1097280"/>
            <a:ext cx="2743200" cy="438912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72784" y="11338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Design Change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72784" y="15544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382512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82512" y="18470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Element names &amp; all functions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82512" y="21671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Noise factors (environment unchanged)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82512" y="24871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B-Diagram boxes (no connections)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72784" y="3063240"/>
            <a:ext cx="2743200" cy="160020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0906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82512" y="33558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Re-draw connections for new design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2512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Re-generate failure modes &amp; causes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82512" y="39959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Re-rate risk for changed components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Outputs &amp; Results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 rows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87752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87752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587752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64024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64024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764024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per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cause row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0296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0296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940296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 formats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(import)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2468880"/>
            <a:ext cx="8321040" cy="96012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542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produces: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28163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DFMEA table (S/O/D/RPN/AP per row)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" y="299923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IFMEA table (interface causes + higher-fn effect)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318211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Interface Matrix (P/E/I/M ratings)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0600" y="28163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B-Diagram SVG / PNG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299923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XLSX export (AIAG-VDA template)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3611880"/>
            <a:ext cx="8321040" cy="1252728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" y="40050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91640" y="40050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14, React, Tailwind CSS, shadcn/ui, Framer Motion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" y="42062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Python, 9 specialised routers, LLM client wrapper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360" y="44074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91640" y="440740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(Claude 3.5 Sonnet), ap-south-1, structured JSON prompts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46085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Parsing: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91640" y="46085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xlsx parser — AIAG-VDA 2019 + legacy Ford/GM, LLM extraction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6576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3090672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30449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AI-powered DFMEA &amp; IFMEA generator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438144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339242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10-step guided wizard — elements to risk rating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785616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739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AIAG-VDA 2019 compliant output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4133088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4087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import modes for reusing existing DFMEAs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480560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on AWS Bedrock ap-south-1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Revanth  ·  Engineering Design  ·  ED22B063  ·  IIT Madras  ·  Ashok Leyland Internship 2025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DFMEA Generator</dc:title>
  <dc:subject>PptxGenJS Presentation</dc:subject>
  <dc:creator>PptxGenJS</dc:creator>
  <cp:lastModifiedBy>PptxGenJS</cp:lastModifiedBy>
  <cp:revision>1</cp:revision>
  <dcterms:created xsi:type="dcterms:W3CDTF">2026-05-11T08:55:28Z</dcterms:created>
  <dcterms:modified xsi:type="dcterms:W3CDTF">2026-05-11T08:55:28Z</dcterms:modified>
</cp:coreProperties>
</file>